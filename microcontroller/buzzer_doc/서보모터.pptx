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14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96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90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02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166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37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75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348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39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308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60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E3517-D102-41A9-BF82-19775F60AE20}" type="datetimeFigureOut">
              <a:rPr lang="ko-KR" altLang="en-US" smtClean="0"/>
              <a:t>2022-09-01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F237A-4D64-49AE-BB2F-A1F113AFC6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13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24618" y="2596552"/>
            <a:ext cx="981686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0" i="0" dirty="0" err="1" smtClean="0">
                <a:solidFill>
                  <a:srgbClr val="333333"/>
                </a:solidFill>
                <a:effectLst/>
                <a:latin typeface="나눔고딕"/>
              </a:rPr>
              <a:t>서보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(servo)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는 “추종한다”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, “</a:t>
            </a:r>
            <a:r>
              <a:rPr lang="ko-KR" altLang="en-US" b="0" i="0" dirty="0" err="1" smtClean="0">
                <a:solidFill>
                  <a:srgbClr val="333333"/>
                </a:solidFill>
                <a:effectLst/>
                <a:latin typeface="나눔고딕"/>
              </a:rPr>
              <a:t>따른다”는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 의미이다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. 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해당 기기를 시스템이 요구하는 특정 위치로 이동하거나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, 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특정한 속도나 토크로 가동시킬 때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, 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피드백이나 에러 정정을 통해 정확하게 제어할 수 있는 구조를 갖추고 있다는 의미이다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. 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예를 들어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, 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명령에 의해 제어되는 모터를 </a:t>
            </a:r>
            <a:r>
              <a:rPr lang="ko-KR" altLang="en-US" b="0" i="0" dirty="0" err="1" smtClean="0">
                <a:solidFill>
                  <a:srgbClr val="333333"/>
                </a:solidFill>
                <a:effectLst/>
                <a:latin typeface="나눔고딕"/>
              </a:rPr>
              <a:t>서보모터라고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 한다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. 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즉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, </a:t>
            </a:r>
            <a:r>
              <a:rPr lang="ko-KR" altLang="en-US" b="0" i="0" dirty="0" err="1" smtClean="0">
                <a:solidFill>
                  <a:srgbClr val="333333"/>
                </a:solidFill>
                <a:effectLst/>
                <a:latin typeface="나눔고딕"/>
              </a:rPr>
              <a:t>서보모터의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 경우 움직임을 지정하면 원형으로 빙빙 돌기만 하는 일반적인 모터와는 달리 제어계측 회로에 의해 정확하게 움직일 수 있는 </a:t>
            </a:r>
            <a:r>
              <a:rPr lang="ko-KR" altLang="en-US" b="0" i="0" dirty="0" err="1" smtClean="0">
                <a:solidFill>
                  <a:srgbClr val="333333"/>
                </a:solidFill>
                <a:effectLst/>
                <a:latin typeface="나눔고딕"/>
              </a:rPr>
              <a:t>모터란</a:t>
            </a:r>
            <a:r>
              <a:rPr lang="ko-KR" altLang="en-US" b="0" i="0" dirty="0" smtClean="0">
                <a:solidFill>
                  <a:srgbClr val="333333"/>
                </a:solidFill>
                <a:effectLst/>
                <a:latin typeface="나눔고딕"/>
              </a:rPr>
              <a:t> 뜻이다</a:t>
            </a:r>
            <a:r>
              <a:rPr lang="en-US" altLang="ko-KR" b="0" i="0" dirty="0" smtClean="0">
                <a:solidFill>
                  <a:srgbClr val="333333"/>
                </a:solidFill>
                <a:effectLst/>
                <a:latin typeface="나눔고딕"/>
              </a:rPr>
              <a:t> </a:t>
            </a:r>
          </a:p>
          <a:p>
            <a:endParaRPr lang="en-US" altLang="ko-KR" dirty="0">
              <a:solidFill>
                <a:srgbClr val="333333"/>
              </a:solidFill>
              <a:latin typeface="나눔고딕"/>
              <a:ea typeface="Dotum" panose="020B0600000101010101" pitchFamily="50" charset="-127"/>
            </a:endParaRPr>
          </a:p>
          <a:p>
            <a:r>
              <a:rPr lang="en-US" altLang="ko-KR" dirty="0" smtClean="0"/>
              <a:t> </a:t>
            </a:r>
            <a:r>
              <a:rPr lang="ko-KR" altLang="en-US" dirty="0" err="1" smtClean="0"/>
              <a:t>로봇팔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산업용공작기계 프린터</a:t>
            </a:r>
            <a:r>
              <a:rPr lang="en-US" altLang="ko-KR" dirty="0"/>
              <a:t>, </a:t>
            </a:r>
            <a:r>
              <a:rPr lang="en-US" altLang="ko-KR" dirty="0" smtClean="0"/>
              <a:t>DVD, CCTV </a:t>
            </a:r>
            <a:r>
              <a:rPr lang="ko-KR" altLang="en-US" dirty="0" smtClean="0"/>
              <a:t>카메라</a:t>
            </a:r>
            <a:r>
              <a:rPr lang="en-US" altLang="ko-KR" dirty="0"/>
              <a:t>, </a:t>
            </a:r>
            <a:r>
              <a:rPr lang="ko-KR" altLang="en-US" dirty="0"/>
              <a:t>캠코더 등에 사용되는 모터처럼 명령에 따라 정확한 위치와 속도를 맞출 수 있는 모터를 </a:t>
            </a:r>
            <a:r>
              <a:rPr lang="ko-KR" altLang="en-US" dirty="0" err="1"/>
              <a:t>서보모터라고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  <a:endParaRPr lang="en-US" altLang="ko-KR" b="0" i="0" dirty="0">
              <a:solidFill>
                <a:srgbClr val="000000"/>
              </a:solidFill>
              <a:effectLst/>
              <a:latin typeface="Dotum" panose="020B0600000101010101" pitchFamily="50" charset="-127"/>
              <a:ea typeface="Dotum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21502" y="733245"/>
            <a:ext cx="3413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 smtClean="0"/>
              <a:t>서보</a:t>
            </a:r>
            <a:r>
              <a:rPr lang="en-US" altLang="ko-KR" sz="3200" dirty="0" smtClean="0"/>
              <a:t>(Servo)</a:t>
            </a:r>
            <a:r>
              <a:rPr lang="ko-KR" altLang="en-US" sz="3200" dirty="0" smtClean="0"/>
              <a:t> 모터 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1319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41872" y="491706"/>
            <a:ext cx="103603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​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en-US" altLang="ko-KR" b="0" i="0" dirty="0" smtClean="0">
                <a:solidFill>
                  <a:srgbClr val="000000"/>
                </a:solidFill>
                <a:effectLst/>
                <a:latin typeface="HelveticaNeue"/>
              </a:rPr>
              <a:t>&lt; </a:t>
            </a:r>
            <a:r>
              <a:rPr lang="ko-KR" altLang="en-US" b="0" i="0" dirty="0" err="1" smtClean="0">
                <a:solidFill>
                  <a:srgbClr val="000000"/>
                </a:solidFill>
                <a:effectLst/>
                <a:latin typeface="HelveticaNeue"/>
              </a:rPr>
              <a:t>서보</a:t>
            </a:r>
            <a:r>
              <a:rPr lang="ko-KR" altLang="en-US" b="0" i="0" dirty="0" smtClean="0">
                <a:solidFill>
                  <a:srgbClr val="000000"/>
                </a:solidFill>
                <a:effectLst/>
                <a:latin typeface="HelveticaNeue"/>
              </a:rPr>
              <a:t> 모터 제어 </a:t>
            </a:r>
            <a:r>
              <a:rPr lang="en-US" altLang="ko-KR" b="0" i="0" dirty="0" smtClean="0">
                <a:solidFill>
                  <a:srgbClr val="000000"/>
                </a:solidFill>
                <a:effectLst/>
                <a:latin typeface="HelveticaNeue"/>
              </a:rPr>
              <a:t>Background &gt;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서보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 모터는 큰 토크를 가지고 부하를 이동할 수 있다 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  <a:p>
            <a:pPr fontAlgn="base"/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서보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 모터는 </a:t>
            </a:r>
            <a:r>
              <a:rPr lang="en-US" altLang="ko-KR" b="1" i="0" dirty="0" err="1" smtClean="0">
                <a:solidFill>
                  <a:srgbClr val="000000"/>
                </a:solidFill>
                <a:effectLst/>
                <a:latin typeface="inherit"/>
              </a:rPr>
              <a:t>pwm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(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펄스 폭 변조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)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신호에서 작동한다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.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충분한 전압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전류 및 </a:t>
            </a:r>
            <a:r>
              <a:rPr lang="en-US" altLang="ko-KR" b="1" i="0" dirty="0" err="1" smtClean="0">
                <a:solidFill>
                  <a:srgbClr val="000000"/>
                </a:solidFill>
                <a:effectLst/>
                <a:latin typeface="inherit"/>
              </a:rPr>
              <a:t>pwm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신호가 모터에 적용될 때 회전하는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arm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이 있어서 물체를 </a:t>
            </a:r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움직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 일 수 있다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.</a:t>
            </a:r>
            <a:endParaRPr lang="ko-KR" altLang="en-US" b="0" i="0" dirty="0" smtClean="0">
              <a:solidFill>
                <a:srgbClr val="557A74"/>
              </a:solidFill>
              <a:effectLst/>
              <a:latin typeface="se-nanumgothic"/>
            </a:endParaRPr>
          </a:p>
        </p:txBody>
      </p:sp>
      <p:pic>
        <p:nvPicPr>
          <p:cNvPr id="1026" name="Picture 2" descr="https://postfiles.pstatic.net/MjAyMDA4MjdfMTQ2/MDAxNTk4NDkxMzMyODg5.UI1rnSF38F-07mtURTa23fFxv893IH9P6no3QkI5jVog.F9hYOYz83-pT1MfMzWBVthaTdxQhjxbFRQ5q6dgEO8A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027" y="2722353"/>
            <a:ext cx="20288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postfiles.pstatic.net/MjAyMTA1MDJfMTcy/MDAxNjE5OTExODAxNjg4.tbBv67dIDoDIQ-WUIe59IvBCoB0q1LgpZuml-9giVXYg.gsSlhReUuy052zUIAWV8M2px6t6yr8R6N2Ze-cr6sHwg.PNG.sikwon1/image.png?type=w7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025" y="2775126"/>
            <a:ext cx="5229225" cy="21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postfiles.pstatic.net/MjAyMjAzMjdfMTYg/MDAxNjQ4MzUzOTU2MjQ3.RP2rdSw_qIjbdlBscoHefQlTSaQ4d6cLFG0-SDEjsSUg.ltf0iu4mrpX8YPoPOtKvIml58ZpxlqbsjEFnP_bdhJQg.PNG.spmrljhm/SE-a5ef114f-bfa1-4332-9b59-e354fa70cc05.png?type=w77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25" y="2005624"/>
            <a:ext cx="3994329" cy="344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5762445"/>
            <a:ext cx="2989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로봇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공작기계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산업용기계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701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72528" y="327804"/>
            <a:ext cx="117836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서보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 모터는 </a:t>
            </a:r>
            <a:r>
              <a:rPr lang="en-US" altLang="ko-KR" b="1" i="0" dirty="0" err="1" smtClean="0">
                <a:solidFill>
                  <a:srgbClr val="000000"/>
                </a:solidFill>
                <a:effectLst/>
                <a:latin typeface="inherit"/>
              </a:rPr>
              <a:t>pwm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신호에서 작동한다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.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대부분의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DC </a:t>
            </a:r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서보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 모터는 가변 </a:t>
            </a:r>
            <a:r>
              <a:rPr lang="ko-KR" altLang="en-US" b="1" i="0" dirty="0" err="1" smtClean="0">
                <a:solidFill>
                  <a:srgbClr val="000000"/>
                </a:solidFill>
                <a:effectLst/>
                <a:latin typeface="inherit"/>
              </a:rPr>
              <a:t>듀티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 사이클로 작동하려면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50Hz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주파수가 필요하다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.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다음은 표준 요구 사항 웨이브 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from </a:t>
            </a:r>
            <a:r>
              <a:rPr lang="ko-KR" altLang="en-US" b="1" i="0" dirty="0" smtClean="0">
                <a:solidFill>
                  <a:srgbClr val="000000"/>
                </a:solidFill>
                <a:effectLst/>
                <a:latin typeface="inherit"/>
              </a:rPr>
              <a:t>이다</a:t>
            </a:r>
            <a:r>
              <a:rPr lang="en-US" altLang="ko-KR" b="1" i="0" dirty="0" smtClean="0">
                <a:solidFill>
                  <a:srgbClr val="000000"/>
                </a:solidFill>
                <a:effectLst/>
                <a:latin typeface="inherit"/>
              </a:rPr>
              <a:t>.</a:t>
            </a:r>
            <a:endParaRPr lang="ko-KR" altLang="en-US" b="0" i="0" dirty="0" smtClean="0">
              <a:solidFill>
                <a:srgbClr val="557A74"/>
              </a:solidFill>
              <a:effectLst/>
              <a:latin typeface="inherit"/>
            </a:endParaRPr>
          </a:p>
          <a:p>
            <a:r>
              <a:rPr lang="ko-KR" altLang="en-US" dirty="0" smtClean="0"/>
              <a:t/>
            </a:r>
            <a:br>
              <a:rPr lang="ko-KR" altLang="en-US" dirty="0" smtClean="0"/>
            </a:br>
            <a:endParaRPr lang="ko-KR" altLang="en-US" dirty="0"/>
          </a:p>
        </p:txBody>
      </p:sp>
      <p:pic>
        <p:nvPicPr>
          <p:cNvPr id="2050" name="Picture 2" descr="https://postfiles.pstatic.net/MjAyMDA4MjdfMjUg/MDAxNTk4NDkxNzAzNTg1.ZJfPKpa8A9N7T-ZrMkL9UtGLWs0hsxoZOmUKzqqOmfMg.eD1nBrMB22rp0ikFnCECKn1Wc0dU7T1Gms-D32s5xusg.PNG.sikwon1/image.png?type=w77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646" y="1208477"/>
            <a:ext cx="7362825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163</Words>
  <Application>Microsoft Office PowerPoint</Application>
  <PresentationFormat>와이드스크린</PresentationFormat>
  <Paragraphs>11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HelveticaNeue</vt:lpstr>
      <vt:lpstr>inherit</vt:lpstr>
      <vt:lpstr>se-nanumgothic</vt:lpstr>
      <vt:lpstr>나눔고딕</vt:lpstr>
      <vt:lpstr>Dotum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</dc:creator>
  <cp:lastModifiedBy>kcci</cp:lastModifiedBy>
  <cp:revision>5</cp:revision>
  <dcterms:created xsi:type="dcterms:W3CDTF">2022-09-01T04:02:18Z</dcterms:created>
  <dcterms:modified xsi:type="dcterms:W3CDTF">2022-09-01T04:24:25Z</dcterms:modified>
</cp:coreProperties>
</file>