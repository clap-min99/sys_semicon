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432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23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336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1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20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17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85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28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19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30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55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80C44-D96E-4CAF-BF62-BC1E3EFEA2BF}" type="datetimeFigureOut">
              <a:rPr lang="ko-KR" altLang="en-US" smtClean="0"/>
              <a:t>2020-10-27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4564B6-2901-41CE-9690-00E0F728EF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04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6891" y="1209367"/>
            <a:ext cx="66859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4000" dirty="0" smtClean="0"/>
          </a:p>
          <a:p>
            <a:r>
              <a:rPr lang="en-US" altLang="ko-KR" sz="4000" dirty="0" smtClean="0"/>
              <a:t>COM Port Master </a:t>
            </a:r>
            <a:r>
              <a:rPr lang="ko-KR" altLang="en-US" sz="4000" dirty="0" smtClean="0"/>
              <a:t>사용법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5792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20" y="294967"/>
            <a:ext cx="10029825" cy="634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9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sikwon</dc:creator>
  <cp:lastModifiedBy>sikwon</cp:lastModifiedBy>
  <cp:revision>1</cp:revision>
  <dcterms:created xsi:type="dcterms:W3CDTF">2020-10-27T05:26:34Z</dcterms:created>
  <dcterms:modified xsi:type="dcterms:W3CDTF">2020-10-27T05:27:46Z</dcterms:modified>
</cp:coreProperties>
</file>