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58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59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77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3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98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71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3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0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85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03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56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315EF-90AA-45F1-9D82-ECEB2E2FE525}" type="datetimeFigureOut">
              <a:rPr lang="ko-KR" altLang="en-US" smtClean="0"/>
              <a:t>2024-05-21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50939-477C-435B-8843-A65A569B8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86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2913" y="2333501"/>
            <a:ext cx="6382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분주 개념 및 </a:t>
            </a:r>
            <a:endParaRPr lang="en-US" altLang="ko-KR" sz="4000" dirty="0" smtClean="0"/>
          </a:p>
          <a:p>
            <a:r>
              <a:rPr lang="ko-KR" altLang="en-US" sz="4000" dirty="0" smtClean="0"/>
              <a:t>분주를 </a:t>
            </a:r>
            <a:r>
              <a:rPr lang="ko-KR" altLang="en-US" sz="4000" dirty="0"/>
              <a:t>하는 </a:t>
            </a:r>
            <a:r>
              <a:rPr lang="ko-KR" altLang="en-US" sz="4000" dirty="0" smtClean="0"/>
              <a:t>이유</a:t>
            </a:r>
            <a:r>
              <a:rPr lang="en-US" altLang="ko-KR" sz="4000" b="1" dirty="0" smtClean="0"/>
              <a:t>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19497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blog.kakaocdn.net/dn/ctEn0j/btq2hCYxHsL/7dADOSAlrPq9F6sDUn8uO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878" y="1599333"/>
            <a:ext cx="6267450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898947" y="435819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i="0" dirty="0" smtClean="0">
                <a:solidFill>
                  <a:srgbClr val="000000"/>
                </a:solidFill>
                <a:effectLst/>
                <a:latin typeface="se-nanumgothic"/>
              </a:rPr>
              <a:t>1.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se-nanumgothic"/>
              </a:rPr>
              <a:t>분주 개념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389413" y="902525"/>
            <a:ext cx="370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분주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分周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주파수를 </a:t>
            </a:r>
            <a:r>
              <a:rPr lang="en-US" altLang="ko-KR" dirty="0"/>
              <a:t>1/n</a:t>
            </a:r>
            <a:r>
              <a:rPr lang="ko-KR" altLang="en-US" dirty="0"/>
              <a:t>로 하는 일</a:t>
            </a:r>
          </a:p>
        </p:txBody>
      </p:sp>
    </p:spTree>
    <p:extLst>
      <p:ext uri="{BB962C8B-B14F-4D97-AF65-F5344CB8AC3E}">
        <p14:creationId xmlns:p14="http://schemas.microsoft.com/office/powerpoint/2010/main" val="246768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86888" y="264225"/>
            <a:ext cx="1159031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b="1" i="0" dirty="0" smtClean="0">
                <a:effectLst/>
                <a:latin typeface="inherit"/>
              </a:rPr>
              <a:t>2. </a:t>
            </a:r>
            <a:r>
              <a:rPr lang="ko-KR" altLang="en-US" b="1" i="0" dirty="0" smtClean="0">
                <a:effectLst/>
                <a:latin typeface="inherit"/>
              </a:rPr>
              <a:t>분주를 하는 이유</a:t>
            </a:r>
            <a:endParaRPr lang="ko-KR" altLang="en-US" b="0" i="0" dirty="0" smtClean="0"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666666"/>
                </a:solidFill>
                <a:effectLst/>
                <a:latin typeface="inherit"/>
              </a:rPr>
              <a:t>​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STM32F411RE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에 입력되는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RC </a:t>
            </a:r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오실레이터의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주파수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(XTAL OSC)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가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32KHZ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이고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system clock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이 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최대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로 동작 된다고 했을 때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32KHZ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를 입력 받아서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의 시스템 클럭을 만드는 것을 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주파수를 </a:t>
            </a:r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체배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</a:t>
            </a:r>
            <a:r>
              <a:rPr lang="en-US" altLang="ko-KR" b="1" dirty="0" smtClean="0"/>
              <a:t>Frequency Multiplier)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한다고 한다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반대로 시스템 클럭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를 받아서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1MHZ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낮춰서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timer clock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에 공급 하는 작업을 분주 한다고 한다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 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여기서 시스템 클럭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를 그대로 사용 하지 않고 분주를 하는 이유와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분주를 하지 않고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timer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를 가동하면 어떤 문제가 발생 되는지 </a:t>
            </a:r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아는대로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설명 하시오 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​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​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==&gt;</a:t>
            </a:r>
            <a:r>
              <a:rPr lang="ko-KR" altLang="en-US" b="1" i="0" dirty="0" smtClean="0">
                <a:solidFill>
                  <a:srgbClr val="FF0000"/>
                </a:solidFill>
                <a:effectLst/>
                <a:latin typeface="inherit"/>
              </a:rPr>
              <a:t> 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시스템 클럭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를 그대로 받아서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1ms timer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를 생성 한다고 가정을 하자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이때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100MHZ 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주파수의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 </a:t>
            </a:r>
            <a:r>
              <a:rPr lang="en-US" altLang="ko-KR" b="1" i="0" dirty="0" err="1" smtClean="0">
                <a:solidFill>
                  <a:srgbClr val="004E82"/>
                </a:solidFill>
                <a:effectLst/>
                <a:latin typeface="inherit"/>
              </a:rPr>
              <a:t>clok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 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주기는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t = 1/f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에서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1/100000000hz -&gt; 0.00000001 sec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10ns 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이다 여기서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1ms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를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count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하기 위해서는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10ns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의 펄스를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100,000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번을 세어야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1ms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가 된다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.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그 만큼 </a:t>
            </a:r>
            <a:r>
              <a:rPr lang="ko-KR" altLang="en-US" b="1" i="0" dirty="0" smtClean="0">
                <a:solidFill>
                  <a:srgbClr val="FF0000"/>
                </a:solidFill>
                <a:effectLst/>
                <a:latin typeface="inherit"/>
              </a:rPr>
              <a:t>자주 </a:t>
            </a:r>
            <a:r>
              <a:rPr lang="en-US" altLang="ko-KR" b="1" i="0" dirty="0" smtClean="0">
                <a:solidFill>
                  <a:srgbClr val="FF0000"/>
                </a:solidFill>
                <a:effectLst/>
                <a:latin typeface="inherit"/>
              </a:rPr>
              <a:t>count</a:t>
            </a:r>
            <a:r>
              <a:rPr lang="ko-KR" altLang="en-US" b="1" i="0" dirty="0" smtClean="0">
                <a:solidFill>
                  <a:srgbClr val="FF0000"/>
                </a:solidFill>
                <a:effectLst/>
                <a:latin typeface="inherit"/>
              </a:rPr>
              <a:t>를 해야 하므로 </a:t>
            </a:r>
            <a:r>
              <a:rPr lang="en-US" altLang="ko-KR" b="1" i="0" dirty="0" smtClean="0">
                <a:solidFill>
                  <a:srgbClr val="FF0000"/>
                </a:solidFill>
                <a:effectLst/>
                <a:latin typeface="inherit"/>
              </a:rPr>
              <a:t>CPU</a:t>
            </a:r>
            <a:r>
              <a:rPr lang="ko-KR" altLang="en-US" b="1" i="0" dirty="0" smtClean="0">
                <a:solidFill>
                  <a:srgbClr val="FF0000"/>
                </a:solidFill>
                <a:effectLst/>
                <a:latin typeface="inherit"/>
              </a:rPr>
              <a:t>에 부하가 걸린다</a:t>
            </a:r>
            <a:r>
              <a:rPr lang="en-US" altLang="ko-KR" b="1" i="0" dirty="0" smtClean="0">
                <a:solidFill>
                  <a:srgbClr val="FF0000"/>
                </a:solidFill>
                <a:effectLst/>
                <a:latin typeface="inherit"/>
              </a:rPr>
              <a:t>. </a:t>
            </a:r>
            <a:endParaRPr lang="ko-KR" altLang="en-US" b="0" i="0" dirty="0" smtClean="0">
              <a:solidFill>
                <a:srgbClr val="FF0000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그러나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를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1MHZ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로 낮추는 작업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(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분주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)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을 하면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개의 펄스 소요 시간 은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T = 1/f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에서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1/1000000HZ ==&gt; 0.000001sec (1us) 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이다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. 1000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번을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count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하면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1ms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가 된다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.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결론적으로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100MHZ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에서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1ms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를 </a:t>
            </a:r>
            <a:r>
              <a:rPr lang="ko-KR" altLang="en-US" b="1" i="0" dirty="0" err="1" smtClean="0">
                <a:solidFill>
                  <a:srgbClr val="004E82"/>
                </a:solidFill>
                <a:effectLst/>
                <a:latin typeface="inherit"/>
              </a:rPr>
              <a:t>재기위해서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100,000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번을 세어야 했으나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algn="just" fontAlgn="base"/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1MZ 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에서는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1000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번만 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count</a:t>
            </a:r>
            <a:r>
              <a:rPr lang="ko-KR" altLang="en-US" b="1" i="0" dirty="0" smtClean="0">
                <a:solidFill>
                  <a:srgbClr val="004E82"/>
                </a:solidFill>
                <a:effectLst/>
                <a:latin typeface="inherit"/>
              </a:rPr>
              <a:t>를 하면 되므로 그만큼 </a:t>
            </a:r>
            <a:r>
              <a:rPr lang="en-US" altLang="ko-KR" b="1" i="0" dirty="0" err="1" smtClean="0">
                <a:solidFill>
                  <a:srgbClr val="FF0000"/>
                </a:solidFill>
                <a:effectLst/>
                <a:latin typeface="inherit"/>
              </a:rPr>
              <a:t>cpu</a:t>
            </a:r>
            <a:r>
              <a:rPr lang="ko-KR" altLang="en-US" b="1" i="0" dirty="0" smtClean="0">
                <a:solidFill>
                  <a:srgbClr val="FF0000"/>
                </a:solidFill>
                <a:effectLst/>
                <a:latin typeface="inherit"/>
              </a:rPr>
              <a:t>의 부하가 적게 걸리기 때문이다</a:t>
            </a:r>
            <a:r>
              <a:rPr lang="en-US" altLang="ko-KR" b="1" i="0" dirty="0" smtClean="0">
                <a:solidFill>
                  <a:srgbClr val="004E82"/>
                </a:solidFill>
                <a:effectLst/>
                <a:latin typeface="inherit"/>
              </a:rPr>
              <a:t>. </a:t>
            </a:r>
          </a:p>
          <a:p>
            <a:pPr algn="just" fontAlgn="base"/>
            <a:r>
              <a:rPr lang="en-US" altLang="ko-KR" b="1" dirty="0" smtClean="0"/>
              <a:t> </a:t>
            </a:r>
            <a:endParaRPr lang="ko-KR" altLang="en-US" b="0" i="0" dirty="0">
              <a:solidFill>
                <a:srgbClr val="004E82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361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234</Words>
  <Application>Microsoft Office PowerPoint</Application>
  <PresentationFormat>와이드스크린</PresentationFormat>
  <Paragraphs>22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inherit</vt:lpstr>
      <vt:lpstr>se-nanumgothic</vt:lpstr>
      <vt:lpstr>Dotum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2024-05-20T22:58:34Z</dcterms:created>
  <dcterms:modified xsi:type="dcterms:W3CDTF">2024-05-20T23:09:37Z</dcterms:modified>
</cp:coreProperties>
</file>