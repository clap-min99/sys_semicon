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0" r:id="rId6"/>
    <p:sldId id="261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C2B1-4202-4B5C-A6F6-E66D17833003}" type="datetimeFigureOut">
              <a:rPr lang="ko-KR" altLang="en-US" smtClean="0"/>
              <a:t>2024-05-16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4D66-6BF2-44C3-AB30-F06F5D71E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61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C2B1-4202-4B5C-A6F6-E66D17833003}" type="datetimeFigureOut">
              <a:rPr lang="ko-KR" altLang="en-US" smtClean="0"/>
              <a:t>2024-05-16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4D66-6BF2-44C3-AB30-F06F5D71E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44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C2B1-4202-4B5C-A6F6-E66D17833003}" type="datetimeFigureOut">
              <a:rPr lang="ko-KR" altLang="en-US" smtClean="0"/>
              <a:t>2024-05-16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4D66-6BF2-44C3-AB30-F06F5D71E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877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C2B1-4202-4B5C-A6F6-E66D17833003}" type="datetimeFigureOut">
              <a:rPr lang="ko-KR" altLang="en-US" smtClean="0"/>
              <a:t>2024-05-16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4D66-6BF2-44C3-AB30-F06F5D71E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41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C2B1-4202-4B5C-A6F6-E66D17833003}" type="datetimeFigureOut">
              <a:rPr lang="ko-KR" altLang="en-US" smtClean="0"/>
              <a:t>2024-05-16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4D66-6BF2-44C3-AB30-F06F5D71E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75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C2B1-4202-4B5C-A6F6-E66D17833003}" type="datetimeFigureOut">
              <a:rPr lang="ko-KR" altLang="en-US" smtClean="0"/>
              <a:t>2024-05-16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4D66-6BF2-44C3-AB30-F06F5D71E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375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C2B1-4202-4B5C-A6F6-E66D17833003}" type="datetimeFigureOut">
              <a:rPr lang="ko-KR" altLang="en-US" smtClean="0"/>
              <a:t>2024-05-16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4D66-6BF2-44C3-AB30-F06F5D71E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941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C2B1-4202-4B5C-A6F6-E66D17833003}" type="datetimeFigureOut">
              <a:rPr lang="ko-KR" altLang="en-US" smtClean="0"/>
              <a:t>2024-05-16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4D66-6BF2-44C3-AB30-F06F5D71E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91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C2B1-4202-4B5C-A6F6-E66D17833003}" type="datetimeFigureOut">
              <a:rPr lang="ko-KR" altLang="en-US" smtClean="0"/>
              <a:t>2024-05-16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4D66-6BF2-44C3-AB30-F06F5D71E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36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C2B1-4202-4B5C-A6F6-E66D17833003}" type="datetimeFigureOut">
              <a:rPr lang="ko-KR" altLang="en-US" smtClean="0"/>
              <a:t>2024-05-16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4D66-6BF2-44C3-AB30-F06F5D71E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075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C2B1-4202-4B5C-A6F6-E66D17833003}" type="datetimeFigureOut">
              <a:rPr lang="ko-KR" altLang="en-US" smtClean="0"/>
              <a:t>2024-05-16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24D66-6BF2-44C3-AB30-F06F5D71E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004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6C2B1-4202-4B5C-A6F6-E66D17833003}" type="datetimeFigureOut">
              <a:rPr lang="ko-KR" altLang="en-US" smtClean="0"/>
              <a:t>2024-05-16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24D66-6BF2-44C3-AB30-F06F5D71E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40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2669" y="2268440"/>
            <a:ext cx="71679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 smtClean="0"/>
              <a:t>DHT11 </a:t>
            </a:r>
            <a:r>
              <a:rPr lang="ko-KR" altLang="en-US" sz="4800" dirty="0" smtClean="0"/>
              <a:t>온</a:t>
            </a:r>
            <a:r>
              <a:rPr lang="en-US" altLang="ko-KR" sz="4800" dirty="0" smtClean="0"/>
              <a:t>.</a:t>
            </a:r>
            <a:r>
              <a:rPr lang="ko-KR" altLang="en-US" sz="4800" dirty="0" err="1" smtClean="0"/>
              <a:t>습도센서</a:t>
            </a:r>
            <a:r>
              <a:rPr lang="ko-KR" altLang="en-US" sz="4800" dirty="0" smtClean="0"/>
              <a:t> </a:t>
            </a:r>
            <a:r>
              <a:rPr lang="en-US" altLang="ko-KR" sz="4800" dirty="0" smtClean="0"/>
              <a:t/>
            </a:r>
            <a:br>
              <a:rPr lang="en-US" altLang="ko-KR" sz="4800" dirty="0" smtClean="0"/>
            </a:br>
            <a:r>
              <a:rPr lang="ko-KR" altLang="en-US" sz="4800" dirty="0" smtClean="0"/>
              <a:t>통신 </a:t>
            </a:r>
            <a:r>
              <a:rPr lang="en-US" altLang="ko-KR" sz="4800" dirty="0" smtClean="0"/>
              <a:t>PROTOCOL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125885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054" y="448583"/>
            <a:ext cx="530145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smtClean="0"/>
              <a:t>DHT11</a:t>
            </a:r>
            <a:br>
              <a:rPr lang="en-US" altLang="ko-KR" dirty="0" smtClean="0"/>
            </a:br>
            <a:r>
              <a:rPr lang="en-US" altLang="ko-KR" sz="1600" dirty="0" err="1" smtClean="0"/>
              <a:t>DHT11</a:t>
            </a:r>
            <a:r>
              <a:rPr lang="ko-KR" altLang="en-US" sz="1600" dirty="0" smtClean="0"/>
              <a:t>은 온도와 습도를 모두 측정 할 수 있는 센서 </a:t>
            </a:r>
            <a:endParaRPr lang="en-US" altLang="ko-KR" sz="1600" dirty="0" smtClean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770892"/>
              </p:ext>
            </p:extLst>
          </p:nvPr>
        </p:nvGraphicFramePr>
        <p:xfrm>
          <a:off x="955934" y="1193416"/>
          <a:ext cx="688727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12">
                  <a:extLst>
                    <a:ext uri="{9D8B030D-6E8A-4147-A177-3AD203B41FA5}">
                      <a16:colId xmlns:a16="http://schemas.microsoft.com/office/drawing/2014/main" val="2562457638"/>
                    </a:ext>
                  </a:extLst>
                </a:gridCol>
                <a:gridCol w="4295062">
                  <a:extLst>
                    <a:ext uri="{9D8B030D-6E8A-4147-A177-3AD203B41FA5}">
                      <a16:colId xmlns:a16="http://schemas.microsoft.com/office/drawing/2014/main" val="496068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온도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0~50</a:t>
                      </a:r>
                      <a:r>
                        <a:rPr lang="ko-KR" altLang="en-US" sz="1400" dirty="0" smtClean="0"/>
                        <a:t>도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46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습도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20~90%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71275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9028" y="2248427"/>
            <a:ext cx="169629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2. DHT11 </a:t>
            </a:r>
            <a:r>
              <a:rPr lang="ko-KR" altLang="en-US" dirty="0" smtClean="0"/>
              <a:t>연결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1600" dirty="0" smtClean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547" y="5210096"/>
            <a:ext cx="11895564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DHT11 </a:t>
            </a:r>
            <a:r>
              <a:rPr lang="ko-KR" altLang="en-US" dirty="0" smtClean="0"/>
              <a:t>통신방식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1600" dirty="0" smtClean="0"/>
              <a:t> - single bus data format</a:t>
            </a:r>
            <a:r>
              <a:rPr lang="ko-KR" altLang="en-US" sz="1600" dirty="0" smtClean="0"/>
              <a:t>으로 </a:t>
            </a:r>
            <a:r>
              <a:rPr lang="en-US" altLang="ko-KR" sz="1600" dirty="0" smtClean="0"/>
              <a:t>single-wire Two-way </a:t>
            </a:r>
            <a:r>
              <a:rPr lang="ko-KR" altLang="en-US" sz="1600" dirty="0" smtClean="0"/>
              <a:t>방식</a:t>
            </a:r>
            <a:endParaRPr lang="en-US" altLang="ko-KR" sz="1600" dirty="0" smtClean="0"/>
          </a:p>
          <a:p>
            <a:r>
              <a:rPr lang="en-US" altLang="ko-KR" sz="1600" dirty="0" smtClean="0"/>
              <a:t>- 1</a:t>
            </a:r>
            <a:r>
              <a:rPr lang="ko-KR" altLang="en-US" sz="1600" dirty="0" smtClean="0"/>
              <a:t>번 측정 하는데 약 </a:t>
            </a:r>
            <a:r>
              <a:rPr lang="en-US" altLang="ko-KR" sz="1600" dirty="0" smtClean="0"/>
              <a:t>4ms </a:t>
            </a:r>
            <a:r>
              <a:rPr lang="ko-KR" altLang="en-US" sz="1600" dirty="0" smtClean="0"/>
              <a:t>정도 소요</a:t>
            </a:r>
          </a:p>
          <a:p>
            <a:r>
              <a:rPr lang="en-US" altLang="ko-KR" sz="1600" dirty="0" smtClean="0"/>
              <a:t>- data</a:t>
            </a:r>
            <a:r>
              <a:rPr lang="ko-KR" altLang="en-US" sz="1600" dirty="0" smtClean="0"/>
              <a:t>는 </a:t>
            </a:r>
            <a:r>
              <a:rPr lang="en-US" altLang="ko-KR" sz="1600" dirty="0" smtClean="0"/>
              <a:t>40bit </a:t>
            </a:r>
            <a:r>
              <a:rPr lang="ko-KR" altLang="en-US" sz="1600" dirty="0" smtClean="0"/>
              <a:t>로 구성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습도 정수 </a:t>
            </a:r>
            <a:r>
              <a:rPr lang="en-US" altLang="ko-KR" sz="1600" dirty="0" smtClean="0"/>
              <a:t>8bit </a:t>
            </a:r>
            <a:r>
              <a:rPr lang="ko-KR" altLang="en-US" sz="1600" dirty="0" smtClean="0"/>
              <a:t>습도 소수 </a:t>
            </a:r>
            <a:r>
              <a:rPr lang="en-US" altLang="ko-KR" sz="1600" dirty="0" smtClean="0"/>
              <a:t>8bit </a:t>
            </a:r>
            <a:r>
              <a:rPr lang="ko-KR" altLang="en-US" sz="1600" dirty="0" smtClean="0"/>
              <a:t>온도 정수 </a:t>
            </a:r>
            <a:r>
              <a:rPr lang="en-US" altLang="ko-KR" sz="1600" dirty="0" smtClean="0"/>
              <a:t>8bit </a:t>
            </a:r>
            <a:r>
              <a:rPr lang="ko-KR" altLang="en-US" sz="1600" dirty="0" smtClean="0"/>
              <a:t>온도 소수 </a:t>
            </a:r>
            <a:r>
              <a:rPr lang="en-US" altLang="ko-KR" sz="1600" dirty="0" smtClean="0"/>
              <a:t>8 bit checksum 8bit</a:t>
            </a:r>
          </a:p>
          <a:p>
            <a:r>
              <a:rPr lang="en-US" altLang="ko-KR" sz="1600" dirty="0" smtClean="0"/>
              <a:t>- Data Format : 8bit integral RH data + 8bit decimal RH data + 8bit integral T data + 8bit decimal T data + 8bit check sum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183" y="2806056"/>
            <a:ext cx="1838915" cy="232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97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975" y="399117"/>
            <a:ext cx="253107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3.1 </a:t>
            </a:r>
            <a:r>
              <a:rPr lang="ko-KR" altLang="en-US" dirty="0" smtClean="0"/>
              <a:t>전체</a:t>
            </a:r>
            <a:r>
              <a:rPr lang="en-US" altLang="ko-KR" dirty="0" smtClean="0"/>
              <a:t> </a:t>
            </a:r>
            <a:r>
              <a:rPr lang="ko-KR" altLang="en-US" dirty="0" smtClean="0"/>
              <a:t>통신 </a:t>
            </a:r>
            <a:r>
              <a:rPr lang="en-US" altLang="ko-KR" dirty="0" smtClean="0"/>
              <a:t>protocol</a:t>
            </a:r>
            <a:br>
              <a:rPr lang="en-US" altLang="ko-KR" dirty="0" smtClean="0"/>
            </a:br>
            <a:r>
              <a:rPr lang="en-US" altLang="ko-KR" sz="1600" dirty="0" smtClean="0"/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11" y="1014671"/>
            <a:ext cx="10310070" cy="24080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8072" y="4242390"/>
            <a:ext cx="9026555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-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              라인 </a:t>
            </a:r>
            <a:r>
              <a:rPr lang="en-US" altLang="ko-KR" sz="1600" dirty="0" smtClean="0"/>
              <a:t>: MCU -&gt; DHT11</a:t>
            </a:r>
            <a:r>
              <a:rPr lang="ko-KR" altLang="en-US" sz="1600" dirty="0" smtClean="0"/>
              <a:t>에게 </a:t>
            </a:r>
            <a:r>
              <a:rPr lang="en-US" altLang="ko-KR" sz="1600" dirty="0" smtClean="0"/>
              <a:t>Data</a:t>
            </a:r>
            <a:r>
              <a:rPr lang="ko-KR" altLang="en-US" sz="1600" dirty="0" smtClean="0"/>
              <a:t>전송</a:t>
            </a:r>
            <a:endParaRPr lang="en-US" altLang="ko-KR" sz="1600" dirty="0" smtClean="0"/>
          </a:p>
          <a:p>
            <a:r>
              <a:rPr lang="en-US" altLang="ko-KR" sz="1600" dirty="0" smtClean="0"/>
              <a:t>                </a:t>
            </a:r>
            <a:r>
              <a:rPr lang="ko-KR" altLang="en-US" sz="1600" dirty="0" smtClean="0"/>
              <a:t>라인 </a:t>
            </a:r>
            <a:r>
              <a:rPr lang="en-US" altLang="ko-KR" sz="1600" dirty="0" smtClean="0"/>
              <a:t>: MCU </a:t>
            </a:r>
            <a:r>
              <a:rPr lang="en-US" altLang="ko-KR" sz="1600" dirty="0" smtClean="0">
                <a:sym typeface="Wingdings" panose="05000000000000000000" pitchFamily="2" charset="2"/>
              </a:rPr>
              <a:t> DHT11</a:t>
            </a:r>
            <a:r>
              <a:rPr lang="ko-KR" altLang="en-US" sz="1600" dirty="0" smtClean="0">
                <a:sym typeface="Wingdings" panose="05000000000000000000" pitchFamily="2" charset="2"/>
              </a:rPr>
              <a:t>에서 </a:t>
            </a:r>
            <a:r>
              <a:rPr lang="en-US" altLang="ko-KR" sz="1600" dirty="0" smtClean="0">
                <a:sym typeface="Wingdings" panose="05000000000000000000" pitchFamily="2" charset="2"/>
              </a:rPr>
              <a:t>Data</a:t>
            </a:r>
            <a:r>
              <a:rPr lang="ko-KR" altLang="en-US" sz="1600" dirty="0" smtClean="0">
                <a:sym typeface="Wingdings" panose="05000000000000000000" pitchFamily="2" charset="2"/>
              </a:rPr>
              <a:t>전송 </a:t>
            </a:r>
            <a:endParaRPr lang="en-US" altLang="ko-KR" sz="1600" dirty="0" smtClean="0">
              <a:sym typeface="Wingdings" panose="05000000000000000000" pitchFamily="2" charset="2"/>
            </a:endParaRPr>
          </a:p>
          <a:p>
            <a:pPr marL="342900" indent="-342900">
              <a:buAutoNum type="arabicParenBoth"/>
            </a:pPr>
            <a:r>
              <a:rPr lang="en-US" altLang="ko-KR" sz="1600" dirty="0" smtClean="0">
                <a:sym typeface="Wingdings" panose="05000000000000000000" pitchFamily="2" charset="2"/>
              </a:rPr>
              <a:t>MCU</a:t>
            </a:r>
            <a:r>
              <a:rPr lang="ko-KR" altLang="en-US" sz="1600" dirty="0" smtClean="0">
                <a:sym typeface="Wingdings" panose="05000000000000000000" pitchFamily="2" charset="2"/>
              </a:rPr>
              <a:t>에서</a:t>
            </a:r>
            <a:r>
              <a:rPr lang="en-US" altLang="ko-KR" sz="1600" dirty="0" smtClean="0">
                <a:sym typeface="Wingdings" panose="05000000000000000000" pitchFamily="2" charset="2"/>
              </a:rPr>
              <a:t> Start </a:t>
            </a:r>
            <a:r>
              <a:rPr lang="en-US" altLang="ko-KR" sz="1600" dirty="0" err="1" smtClean="0">
                <a:sym typeface="Wingdings" panose="05000000000000000000" pitchFamily="2" charset="2"/>
              </a:rPr>
              <a:t>siginal</a:t>
            </a:r>
            <a:r>
              <a:rPr lang="ko-KR" altLang="en-US" sz="1600" dirty="0" smtClean="0">
                <a:sym typeface="Wingdings" panose="05000000000000000000" pitchFamily="2" charset="2"/>
              </a:rPr>
              <a:t>로 </a:t>
            </a:r>
            <a:r>
              <a:rPr lang="en-US" altLang="ko-KR" sz="1600" dirty="0" smtClean="0">
                <a:sym typeface="Wingdings" panose="05000000000000000000" pitchFamily="2" charset="2"/>
              </a:rPr>
              <a:t>LOW Signal</a:t>
            </a:r>
            <a:r>
              <a:rPr lang="ko-KR" altLang="en-US" sz="1600" dirty="0" smtClean="0">
                <a:sym typeface="Wingdings" panose="05000000000000000000" pitchFamily="2" charset="2"/>
              </a:rPr>
              <a:t>을 </a:t>
            </a:r>
            <a:r>
              <a:rPr lang="ko-KR" altLang="en-US" sz="1600" dirty="0" err="1" smtClean="0">
                <a:sym typeface="Wingdings" panose="05000000000000000000" pitchFamily="2" charset="2"/>
              </a:rPr>
              <a:t>보낸준</a:t>
            </a:r>
            <a:r>
              <a:rPr lang="ko-KR" altLang="en-US" sz="1600" dirty="0" smtClean="0">
                <a:sym typeface="Wingdings" panose="05000000000000000000" pitchFamily="2" charset="2"/>
              </a:rPr>
              <a:t> 후 </a:t>
            </a:r>
            <a:r>
              <a:rPr lang="en-US" altLang="ko-KR" sz="1600" dirty="0" smtClean="0">
                <a:sym typeface="Wingdings" panose="05000000000000000000" pitchFamily="2" charset="2"/>
              </a:rPr>
              <a:t>pull-up </a:t>
            </a:r>
            <a:r>
              <a:rPr lang="ko-KR" altLang="en-US" sz="1600" dirty="0" smtClean="0">
                <a:sym typeface="Wingdings" panose="05000000000000000000" pitchFamily="2" charset="2"/>
              </a:rPr>
              <a:t>후 </a:t>
            </a:r>
            <a:r>
              <a:rPr lang="en-US" altLang="ko-KR" sz="1600" dirty="0" smtClean="0">
                <a:sym typeface="Wingdings" panose="05000000000000000000" pitchFamily="2" charset="2"/>
              </a:rPr>
              <a:t>DHT11</a:t>
            </a:r>
            <a:r>
              <a:rPr lang="ko-KR" altLang="en-US" sz="1600" dirty="0" smtClean="0">
                <a:sym typeface="Wingdings" panose="05000000000000000000" pitchFamily="2" charset="2"/>
              </a:rPr>
              <a:t>의 응답을 기다린다</a:t>
            </a:r>
            <a:r>
              <a:rPr lang="en-US" altLang="ko-KR" sz="1600" dirty="0" smtClean="0">
                <a:sym typeface="Wingdings" panose="05000000000000000000" pitchFamily="2" charset="2"/>
              </a:rPr>
              <a:t>.</a:t>
            </a:r>
          </a:p>
          <a:p>
            <a:pPr marL="342900" indent="-342900">
              <a:buAutoNum type="arabicParenBoth"/>
            </a:pPr>
            <a:r>
              <a:rPr lang="ko-KR" altLang="en-US" sz="1600" dirty="0" err="1" smtClean="0">
                <a:sym typeface="Wingdings" panose="05000000000000000000" pitchFamily="2" charset="2"/>
              </a:rPr>
              <a:t>응답신호로</a:t>
            </a:r>
            <a:r>
              <a:rPr lang="ko-KR" altLang="en-US" sz="1600" dirty="0" smtClean="0">
                <a:sym typeface="Wingdings" panose="05000000000000000000" pitchFamily="2" charset="2"/>
              </a:rPr>
              <a:t> </a:t>
            </a:r>
            <a:r>
              <a:rPr lang="en-US" altLang="ko-KR" sz="1600" dirty="0" smtClean="0">
                <a:sym typeface="Wingdings" panose="05000000000000000000" pitchFamily="2" charset="2"/>
              </a:rPr>
              <a:t>DHT1</a:t>
            </a:r>
            <a:r>
              <a:rPr lang="ko-KR" altLang="en-US" sz="1600" dirty="0" smtClean="0">
                <a:sym typeface="Wingdings" panose="05000000000000000000" pitchFamily="2" charset="2"/>
              </a:rPr>
              <a:t>에서 </a:t>
            </a:r>
            <a:r>
              <a:rPr lang="en-US" altLang="ko-KR" sz="1600" dirty="0" smtClean="0">
                <a:sym typeface="Wingdings" panose="05000000000000000000" pitchFamily="2" charset="2"/>
              </a:rPr>
              <a:t>LOW</a:t>
            </a:r>
            <a:r>
              <a:rPr lang="ko-KR" altLang="en-US" sz="1600" dirty="0" smtClean="0">
                <a:sym typeface="Wingdings" panose="05000000000000000000" pitchFamily="2" charset="2"/>
              </a:rPr>
              <a:t>를 보내준 후 </a:t>
            </a:r>
            <a:r>
              <a:rPr lang="en-US" altLang="ko-KR" sz="1600" dirty="0" smtClean="0">
                <a:sym typeface="Wingdings" panose="05000000000000000000" pitchFamily="2" charset="2"/>
              </a:rPr>
              <a:t>Pull-up</a:t>
            </a:r>
            <a:r>
              <a:rPr lang="ko-KR" altLang="en-US" sz="1600" dirty="0">
                <a:sym typeface="Wingdings" panose="05000000000000000000" pitchFamily="2" charset="2"/>
              </a:rPr>
              <a:t> </a:t>
            </a:r>
            <a:r>
              <a:rPr lang="ko-KR" altLang="en-US" sz="1600" dirty="0" smtClean="0">
                <a:sym typeface="Wingdings" panose="05000000000000000000" pitchFamily="2" charset="2"/>
              </a:rPr>
              <a:t>후 수집한 데이터 값을 보낼 준비를 한다</a:t>
            </a:r>
            <a:r>
              <a:rPr lang="en-US" altLang="ko-KR" sz="1600" dirty="0" smtClean="0">
                <a:sym typeface="Wingdings" panose="05000000000000000000" pitchFamily="2" charset="2"/>
              </a:rPr>
              <a:t>.</a:t>
            </a:r>
          </a:p>
          <a:p>
            <a:pPr marL="342900" indent="-342900">
              <a:buFontTx/>
              <a:buAutoNum type="arabicParenBoth"/>
            </a:pPr>
            <a:r>
              <a:rPr lang="ko-KR" altLang="en-US" sz="1600" dirty="0" smtClean="0">
                <a:sym typeface="Wingdings" panose="05000000000000000000" pitchFamily="2" charset="2"/>
              </a:rPr>
              <a:t>데이터</a:t>
            </a:r>
            <a:r>
              <a:rPr lang="en-US" altLang="ko-KR" sz="1600" dirty="0" smtClean="0">
                <a:sym typeface="Wingdings" panose="05000000000000000000" pitchFamily="2" charset="2"/>
              </a:rPr>
              <a:t>(</a:t>
            </a:r>
            <a:r>
              <a:rPr lang="en-US" altLang="ko-KR" sz="1600" dirty="0" smtClean="0">
                <a:sym typeface="Wingdings" panose="05000000000000000000" pitchFamily="2" charset="2"/>
              </a:rPr>
              <a:t>40bit</a:t>
            </a:r>
            <a:r>
              <a:rPr lang="en-US" altLang="ko-KR" sz="1600" dirty="0">
                <a:sym typeface="Wingdings" panose="05000000000000000000" pitchFamily="2" charset="2"/>
              </a:rPr>
              <a:t>)</a:t>
            </a:r>
            <a:r>
              <a:rPr lang="ko-KR" altLang="en-US" sz="1600" dirty="0" smtClean="0">
                <a:sym typeface="Wingdings" panose="05000000000000000000" pitchFamily="2" charset="2"/>
              </a:rPr>
              <a:t>를 전송을 한다</a:t>
            </a:r>
            <a:r>
              <a:rPr lang="en-US" altLang="ko-KR" sz="1600" dirty="0" smtClean="0">
                <a:sym typeface="Wingdings" panose="05000000000000000000" pitchFamily="2" charset="2"/>
              </a:rPr>
              <a:t>.</a:t>
            </a:r>
            <a:r>
              <a:rPr lang="ko-KR" altLang="en-US" sz="1600" dirty="0" smtClean="0">
                <a:sym typeface="Wingdings" panose="05000000000000000000" pitchFamily="2" charset="2"/>
              </a:rPr>
              <a:t> 완료 했다면 다음 전송을 위해 </a:t>
            </a:r>
            <a:r>
              <a:rPr lang="en-US" altLang="ko-KR" sz="1600" dirty="0" smtClean="0">
                <a:sym typeface="Wingdings" panose="05000000000000000000" pitchFamily="2" charset="2"/>
              </a:rPr>
              <a:t>50us </a:t>
            </a:r>
            <a:r>
              <a:rPr lang="ko-KR" altLang="en-US" sz="1600" dirty="0" smtClean="0">
                <a:sym typeface="Wingdings" panose="05000000000000000000" pitchFamily="2" charset="2"/>
              </a:rPr>
              <a:t>대기 한다</a:t>
            </a:r>
            <a:r>
              <a:rPr lang="en-US" altLang="ko-KR" sz="1600" dirty="0" smtClean="0">
                <a:sym typeface="Wingdings" panose="05000000000000000000" pitchFamily="2" charset="2"/>
              </a:rPr>
              <a:t>. </a:t>
            </a:r>
            <a:endParaRPr lang="ko-KR" altLang="en-US" sz="1600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506" y="4250778"/>
            <a:ext cx="1105054" cy="30299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229" y="4553776"/>
            <a:ext cx="1105054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2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85227" y="903320"/>
            <a:ext cx="1093085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위와 같은 데이터 40bit를 받았을 때, </a:t>
            </a:r>
            <a:r>
              <a:rPr lang="en-US" altLang="ko-KR" dirty="0" smtClean="0"/>
              <a:t>Checksum</a:t>
            </a:r>
            <a:r>
              <a:rPr lang="ko-KR" altLang="en-US" dirty="0" smtClean="0"/>
              <a:t>은 아래와 같이 계산된다.</a:t>
            </a:r>
          </a:p>
          <a:p>
            <a:endParaRPr lang="ko-KR" altLang="en-US" dirty="0" smtClean="0"/>
          </a:p>
          <a:p>
            <a:r>
              <a:rPr lang="ko-KR" altLang="en-US" dirty="0" err="1" smtClean="0"/>
              <a:t>Checksum</a:t>
            </a:r>
            <a:r>
              <a:rPr lang="ko-KR" altLang="en-US" dirty="0" smtClean="0"/>
              <a:t> = "8bit </a:t>
            </a:r>
            <a:r>
              <a:rPr lang="ko-KR" altLang="en-US" dirty="0" err="1" smtClean="0"/>
              <a:t>integral</a:t>
            </a:r>
            <a:r>
              <a:rPr lang="ko-KR" altLang="en-US" dirty="0" smtClean="0"/>
              <a:t> RH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 + 8bit </a:t>
            </a:r>
            <a:r>
              <a:rPr lang="ko-KR" altLang="en-US" dirty="0" err="1" smtClean="0"/>
              <a:t>decimal</a:t>
            </a:r>
            <a:r>
              <a:rPr lang="ko-KR" altLang="en-US" dirty="0" smtClean="0"/>
              <a:t> RH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 + 8bit </a:t>
            </a:r>
            <a:r>
              <a:rPr lang="ko-KR" altLang="en-US" dirty="0" err="1" smtClean="0"/>
              <a:t>integral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 + 8bit </a:t>
            </a:r>
            <a:r>
              <a:rPr lang="ko-KR" altLang="en-US" dirty="0" err="1" smtClean="0"/>
              <a:t>decimal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" = 0011 0101 + 0000 0000 + 0001 1000 + 0000 0000 = 0100 1101.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계산된 </a:t>
            </a:r>
            <a:r>
              <a:rPr lang="en-US" altLang="ko-KR" dirty="0" smtClean="0"/>
              <a:t>Checksum(0100 1101) = </a:t>
            </a:r>
            <a:r>
              <a:rPr lang="ko-KR" altLang="en-US" dirty="0" smtClean="0"/>
              <a:t>전송 받은 </a:t>
            </a:r>
            <a:r>
              <a:rPr lang="en-US" altLang="ko-KR" dirty="0" smtClean="0"/>
              <a:t>Checksum</a:t>
            </a:r>
            <a:r>
              <a:rPr lang="en-US" altLang="ko-KR" dirty="0" smtClean="0"/>
              <a:t>(0100 1101)</a:t>
            </a:r>
            <a:r>
              <a:rPr lang="ko-KR" altLang="en-US" dirty="0" smtClean="0"/>
              <a:t>이기때문에 데이터 전송이 정상적으로 이루어졌다고 판단하게 된다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습도 </a:t>
            </a:r>
            <a:r>
              <a:rPr lang="en-US" altLang="ko-KR" dirty="0" smtClean="0"/>
              <a:t>: 0011 0101 . 0000 0000 = 53.0 %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-&gt; </a:t>
            </a:r>
            <a:r>
              <a:rPr lang="ko-KR" altLang="en-US" dirty="0" smtClean="0"/>
              <a:t>온도 </a:t>
            </a:r>
            <a:r>
              <a:rPr lang="en-US" altLang="ko-KR" dirty="0" smtClean="0"/>
              <a:t>: 0001 1000 . 0000 0000 = 24 'C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5603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974" y="399117"/>
            <a:ext cx="957809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3.2 </a:t>
            </a:r>
            <a:r>
              <a:rPr lang="ko-KR" altLang="en-US" dirty="0" smtClean="0"/>
              <a:t>세부 통신 시나리오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1600" dirty="0" smtClean="0"/>
              <a:t> (1) Start Signal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Handshaking : MCU</a:t>
            </a:r>
            <a:r>
              <a:rPr lang="ko-KR" altLang="en-US" sz="1600" dirty="0" smtClean="0"/>
              <a:t>가 </a:t>
            </a:r>
            <a:r>
              <a:rPr lang="en-US" altLang="ko-KR" sz="1600" dirty="0" smtClean="0"/>
              <a:t>DHT11</a:t>
            </a:r>
            <a:r>
              <a:rPr lang="ko-KR" altLang="en-US" sz="1600" dirty="0" smtClean="0"/>
              <a:t>에  </a:t>
            </a:r>
            <a:r>
              <a:rPr lang="en-US" altLang="ko-KR" sz="1600" dirty="0" smtClean="0"/>
              <a:t>Start Signal </a:t>
            </a:r>
            <a:r>
              <a:rPr lang="ko-KR" altLang="en-US" sz="1600" dirty="0" smtClean="0"/>
              <a:t>송신 후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DHT11</a:t>
            </a:r>
            <a:r>
              <a:rPr lang="ko-KR" altLang="en-US" sz="1600" dirty="0" smtClean="0"/>
              <a:t>이 </a:t>
            </a:r>
            <a:r>
              <a:rPr lang="en-US" altLang="ko-KR" sz="1600" dirty="0" smtClean="0"/>
              <a:t>MCU</a:t>
            </a:r>
            <a:r>
              <a:rPr lang="ko-KR" altLang="en-US" sz="1600" dirty="0" smtClean="0"/>
              <a:t>에 응답</a:t>
            </a:r>
            <a:endParaRPr lang="en-US" altLang="ko-KR" sz="1600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070" y="1148573"/>
            <a:ext cx="8263156" cy="29021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6070" y="4050697"/>
            <a:ext cx="101300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- MCU</a:t>
            </a:r>
            <a:r>
              <a:rPr lang="ko-KR" altLang="en-US" sz="1600" dirty="0" smtClean="0"/>
              <a:t>에서 </a:t>
            </a:r>
            <a:r>
              <a:rPr lang="en-US" altLang="ko-KR" sz="1600" dirty="0" smtClean="0"/>
              <a:t>Start Signal</a:t>
            </a:r>
            <a:r>
              <a:rPr lang="ko-KR" altLang="en-US" sz="1600" dirty="0" smtClean="0"/>
              <a:t>을 보낸다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PullDown</a:t>
            </a:r>
            <a:r>
              <a:rPr lang="ko-KR" altLang="en-US" sz="1600" dirty="0" smtClean="0"/>
              <a:t>후 최소 </a:t>
            </a:r>
            <a:r>
              <a:rPr lang="en-US" altLang="ko-KR" sz="1600" dirty="0" smtClean="0"/>
              <a:t>18ms</a:t>
            </a:r>
            <a:r>
              <a:rPr lang="ko-KR" altLang="en-US" sz="1600" dirty="0" smtClean="0"/>
              <a:t>간 </a:t>
            </a:r>
            <a:r>
              <a:rPr lang="en-US" altLang="ko-KR" sz="1600" dirty="0" smtClean="0"/>
              <a:t>LOW</a:t>
            </a:r>
            <a:r>
              <a:rPr lang="ko-KR" altLang="en-US" sz="1600" dirty="0" smtClean="0"/>
              <a:t>신호를 </a:t>
            </a:r>
            <a:r>
              <a:rPr lang="en-US" altLang="ko-KR" sz="1600" dirty="0" smtClean="0"/>
              <a:t>DHT11</a:t>
            </a:r>
            <a:r>
              <a:rPr lang="ko-KR" altLang="en-US" sz="1600" dirty="0" smtClean="0"/>
              <a:t>에 보내준다</a:t>
            </a:r>
            <a:r>
              <a:rPr lang="en-US" altLang="ko-KR" sz="1600" dirty="0" smtClean="0"/>
              <a:t>)</a:t>
            </a:r>
            <a:br>
              <a:rPr lang="en-US" altLang="ko-KR" sz="1600" dirty="0" smtClean="0"/>
            </a:br>
            <a:r>
              <a:rPr lang="en-US" altLang="ko-KR" sz="1600" dirty="0" smtClean="0"/>
              <a:t>  </a:t>
            </a:r>
            <a:r>
              <a:rPr lang="ko-KR" altLang="en-US" sz="1600" dirty="0" smtClean="0"/>
              <a:t>그리고 </a:t>
            </a:r>
            <a:r>
              <a:rPr lang="en-US" altLang="ko-KR" sz="1600" dirty="0" smtClean="0"/>
              <a:t>Pull-up</a:t>
            </a:r>
            <a:r>
              <a:rPr lang="ko-KR" altLang="en-US" sz="1600" dirty="0" smtClean="0"/>
              <a:t>후 </a:t>
            </a:r>
            <a:r>
              <a:rPr lang="en-US" altLang="ko-KR" sz="1600" dirty="0" smtClean="0"/>
              <a:t>High</a:t>
            </a:r>
            <a:r>
              <a:rPr lang="ko-KR" altLang="en-US" sz="1600" dirty="0" smtClean="0"/>
              <a:t>신호를 </a:t>
            </a:r>
            <a:r>
              <a:rPr lang="en-US" altLang="ko-KR" sz="1600" dirty="0" smtClean="0"/>
              <a:t>20~40us</a:t>
            </a:r>
            <a:r>
              <a:rPr lang="ko-KR" altLang="en-US" sz="1600" dirty="0" smtClean="0"/>
              <a:t>동안 보내준다</a:t>
            </a:r>
            <a:r>
              <a:rPr lang="en-US" altLang="ko-KR" sz="1600" dirty="0" smtClean="0"/>
              <a:t>.</a:t>
            </a:r>
            <a:br>
              <a:rPr lang="en-US" altLang="ko-KR" sz="1600" dirty="0" smtClean="0"/>
            </a:br>
            <a:r>
              <a:rPr lang="en-US" altLang="ko-KR" sz="1600" dirty="0" smtClean="0"/>
              <a:t>- </a:t>
            </a:r>
            <a:r>
              <a:rPr lang="ko-KR" altLang="en-US" sz="1600" dirty="0" smtClean="0"/>
              <a:t>이후 </a:t>
            </a:r>
            <a:r>
              <a:rPr lang="en-US" altLang="ko-KR" sz="1600" dirty="0" smtClean="0"/>
              <a:t>DHT11</a:t>
            </a:r>
            <a:r>
              <a:rPr lang="ko-KR" altLang="en-US" sz="1600" dirty="0" smtClean="0"/>
              <a:t>은 </a:t>
            </a:r>
            <a:r>
              <a:rPr lang="en-US" altLang="ko-KR" sz="1600" dirty="0" smtClean="0"/>
              <a:t>LOW</a:t>
            </a:r>
            <a:r>
              <a:rPr lang="ko-KR" altLang="en-US" sz="1600" dirty="0" smtClean="0"/>
              <a:t>신호를 </a:t>
            </a:r>
            <a:r>
              <a:rPr lang="en-US" altLang="ko-KR" sz="1600" dirty="0" smtClean="0"/>
              <a:t>80us</a:t>
            </a:r>
            <a:r>
              <a:rPr lang="ko-KR" altLang="en-US" sz="1600" dirty="0" smtClean="0"/>
              <a:t>동안 보낸 다음 </a:t>
            </a:r>
            <a:r>
              <a:rPr lang="en-US" altLang="ko-KR" sz="1600" dirty="0" smtClean="0"/>
              <a:t>80us</a:t>
            </a:r>
            <a:r>
              <a:rPr lang="ko-KR" altLang="en-US" sz="1600" dirty="0" smtClean="0"/>
              <a:t>동안 </a:t>
            </a:r>
            <a:r>
              <a:rPr lang="en-US" altLang="ko-KR" sz="1600" dirty="0" smtClean="0"/>
              <a:t>HIGH</a:t>
            </a:r>
            <a:r>
              <a:rPr lang="ko-KR" altLang="en-US" sz="1600" dirty="0" smtClean="0"/>
              <a:t>신호를 보낸 다음 데이터 전송을 시작 한다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561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974" y="399117"/>
            <a:ext cx="41839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(2) MCU </a:t>
            </a:r>
            <a:r>
              <a:rPr lang="en-US" altLang="ko-KR" sz="1600" dirty="0" smtClean="0">
                <a:sym typeface="Wingdings" panose="05000000000000000000" pitchFamily="2" charset="2"/>
              </a:rPr>
              <a:t></a:t>
            </a:r>
            <a:r>
              <a:rPr lang="en-US" altLang="ko-KR" sz="1600" dirty="0" smtClean="0"/>
              <a:t> DHT11  Data </a:t>
            </a:r>
            <a:r>
              <a:rPr lang="ko-KR" altLang="en-US" sz="1600" dirty="0" smtClean="0"/>
              <a:t>전송</a:t>
            </a:r>
            <a:endParaRPr lang="en-US" altLang="ko-KR" sz="16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71" y="874174"/>
            <a:ext cx="6719168" cy="274703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371" y="3757707"/>
            <a:ext cx="6887362" cy="26928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67539" y="1224793"/>
            <a:ext cx="46642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을 </a:t>
            </a:r>
            <a:r>
              <a:rPr lang="ko-KR" altLang="en-US" dirty="0" err="1" smtClean="0"/>
              <a:t>전송시</a:t>
            </a:r>
            <a:endParaRPr lang="en-US" altLang="ko-KR" dirty="0" smtClean="0"/>
          </a:p>
          <a:p>
            <a:pPr marL="342900" indent="-342900">
              <a:buAutoNum type="arabicParenBoth"/>
            </a:pPr>
            <a:r>
              <a:rPr lang="en-US" altLang="ko-KR" sz="1600" dirty="0" smtClean="0"/>
              <a:t>50us</a:t>
            </a:r>
            <a:r>
              <a:rPr lang="ko-KR" altLang="en-US" sz="1600" dirty="0" smtClean="0"/>
              <a:t>동안 </a:t>
            </a:r>
            <a:r>
              <a:rPr lang="en-US" altLang="ko-KR" sz="1600" dirty="0" smtClean="0"/>
              <a:t>1bit data</a:t>
            </a:r>
            <a:r>
              <a:rPr lang="ko-KR" altLang="en-US" sz="1600" dirty="0" smtClean="0"/>
              <a:t>를 </a:t>
            </a:r>
            <a:r>
              <a:rPr lang="en-US" altLang="ko-KR" sz="1600" dirty="0" smtClean="0"/>
              <a:t>LOW</a:t>
            </a:r>
            <a:r>
              <a:rPr lang="ko-KR" altLang="en-US" sz="1600" dirty="0" smtClean="0"/>
              <a:t>신호를 보낸다</a:t>
            </a:r>
            <a:endParaRPr lang="en-US" altLang="ko-KR" sz="1600" dirty="0" smtClean="0"/>
          </a:p>
          <a:p>
            <a:pPr marL="342900" indent="-342900">
              <a:buAutoNum type="arabicParenBoth"/>
            </a:pPr>
            <a:r>
              <a:rPr lang="en-US" altLang="ko-KR" sz="1600" dirty="0" smtClean="0"/>
              <a:t>HIGH</a:t>
            </a:r>
            <a:r>
              <a:rPr lang="ko-KR" altLang="en-US" sz="1600" dirty="0" smtClean="0"/>
              <a:t>신호로 </a:t>
            </a:r>
            <a:r>
              <a:rPr lang="en-US" altLang="ko-KR" sz="1600" dirty="0" smtClean="0"/>
              <a:t>26~28us</a:t>
            </a:r>
            <a:r>
              <a:rPr lang="ko-KR" altLang="en-US" sz="1600" dirty="0" smtClean="0"/>
              <a:t>동안 보내주면 </a:t>
            </a:r>
            <a:r>
              <a:rPr lang="en-US" altLang="ko-KR" sz="1600" dirty="0" smtClean="0"/>
              <a:t>0</a:t>
            </a:r>
          </a:p>
          <a:p>
            <a:r>
              <a:rPr lang="en-US" altLang="ko-KR" sz="1600" dirty="0" smtClean="0"/>
              <a:t>     </a:t>
            </a:r>
            <a:r>
              <a:rPr lang="ko-KR" altLang="en-US" sz="1600" dirty="0" smtClean="0"/>
              <a:t>이다</a:t>
            </a:r>
            <a:r>
              <a:rPr lang="en-US" altLang="ko-KR" sz="1600" dirty="0" smtClean="0"/>
              <a:t>. </a:t>
            </a:r>
            <a:endParaRPr lang="ko-KR" alt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7927598" y="3926048"/>
            <a:ext cx="46642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을 </a:t>
            </a:r>
            <a:r>
              <a:rPr lang="ko-KR" altLang="en-US" dirty="0" err="1" smtClean="0"/>
              <a:t>전송시</a:t>
            </a:r>
            <a:endParaRPr lang="en-US" altLang="ko-KR" dirty="0" smtClean="0"/>
          </a:p>
          <a:p>
            <a:pPr marL="342900" indent="-342900">
              <a:buAutoNum type="arabicParenBoth"/>
            </a:pPr>
            <a:r>
              <a:rPr lang="en-US" altLang="ko-KR" sz="1600" dirty="0" smtClean="0"/>
              <a:t>50us</a:t>
            </a:r>
            <a:r>
              <a:rPr lang="ko-KR" altLang="en-US" sz="1600" dirty="0" smtClean="0"/>
              <a:t>동안 </a:t>
            </a:r>
            <a:r>
              <a:rPr lang="en-US" altLang="ko-KR" sz="1600" dirty="0" smtClean="0"/>
              <a:t>1bit data</a:t>
            </a:r>
            <a:r>
              <a:rPr lang="ko-KR" altLang="en-US" sz="1600" dirty="0" smtClean="0"/>
              <a:t>를 </a:t>
            </a:r>
            <a:r>
              <a:rPr lang="en-US" altLang="ko-KR" sz="1600" dirty="0" smtClean="0"/>
              <a:t>LOW</a:t>
            </a:r>
            <a:r>
              <a:rPr lang="ko-KR" altLang="en-US" sz="1600" dirty="0" smtClean="0"/>
              <a:t>신호를 보낸다</a:t>
            </a:r>
            <a:endParaRPr lang="en-US" altLang="ko-KR" sz="1600" dirty="0" smtClean="0"/>
          </a:p>
          <a:p>
            <a:pPr marL="342900" indent="-342900">
              <a:buAutoNum type="arabicParenBoth"/>
            </a:pPr>
            <a:r>
              <a:rPr lang="en-US" altLang="ko-KR" sz="1600" dirty="0" smtClean="0"/>
              <a:t>HIGH</a:t>
            </a:r>
            <a:r>
              <a:rPr lang="ko-KR" altLang="en-US" sz="1600" dirty="0" smtClean="0"/>
              <a:t>신호로 </a:t>
            </a:r>
            <a:r>
              <a:rPr lang="en-US" altLang="ko-KR" sz="1600" dirty="0" smtClean="0"/>
              <a:t>70us</a:t>
            </a:r>
            <a:r>
              <a:rPr lang="ko-KR" altLang="en-US" sz="1600" dirty="0" smtClean="0"/>
              <a:t>동안 보내주면 </a:t>
            </a:r>
            <a:r>
              <a:rPr lang="en-US" altLang="ko-KR" sz="1600" dirty="0" smtClean="0"/>
              <a:t>1</a:t>
            </a:r>
            <a:endParaRPr lang="en-US" altLang="ko-KR" sz="1600" dirty="0" smtClean="0"/>
          </a:p>
          <a:p>
            <a:r>
              <a:rPr lang="en-US" altLang="ko-KR" sz="1600" dirty="0" smtClean="0"/>
              <a:t>     </a:t>
            </a:r>
            <a:r>
              <a:rPr lang="ko-KR" altLang="en-US" sz="1600" dirty="0" smtClean="0"/>
              <a:t>이다</a:t>
            </a:r>
            <a:r>
              <a:rPr lang="en-US" altLang="ko-KR" sz="1600" dirty="0" smtClean="0"/>
              <a:t>.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70490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postfiles.pstatic.net/MjAyMjAzMjFfMjUy/MDAxNjQ3ODU0MzE2OTQy.0aGmzG6DwLj6PZZO6s-2bels8ZSqrHtQvZpPV49nQFgg.Au0Xe-X7-TAIutssEqpAL0fojwXHOHIBZog12yhPQoYg.PNG.sikwon1/image.png?type=w7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06" y="603489"/>
            <a:ext cx="3959604" cy="4035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postfiles.pstatic.net/MjAyMjAzMjFfMTQg/MDAxNjQ3ODU0MTUzNzM2.eJSe53IPOlJmYemdVZt358UvHUwKAAjmddf39ZAVM2Mg.mqrceK0I5hSSZxzRpv5hoeQwFl4U4HK8Ums0SHRsum8g.PNG.sikwon1/image.png?type=w77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004" y="358527"/>
            <a:ext cx="7362825" cy="324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4834854" y="3814137"/>
            <a:ext cx="72704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(1) MCU --&gt; DHT11 start signal </a:t>
            </a:r>
            <a:endParaRPr lang="en-US" altLang="ko-KR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fontAlgn="base"/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(2) MCU &lt;-- DHT11 start signal Response </a:t>
            </a:r>
            <a:endParaRPr lang="en-US" altLang="ko-KR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fontAlgn="base"/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(3) High humidity 8 bits : 14</a:t>
            </a:r>
            <a:endParaRPr lang="en-US" altLang="ko-KR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fontAlgn="base"/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(4) Low humidity 8 bits : 0 </a:t>
            </a:r>
            <a:endParaRPr lang="en-US" altLang="ko-KR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fontAlgn="base"/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(5) High Temperature 8 bits : 27</a:t>
            </a:r>
            <a:endParaRPr lang="en-US" altLang="ko-KR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fontAlgn="base"/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(6) Low Temperature 8 bits : 7 </a:t>
            </a:r>
            <a:endParaRPr lang="en-US" altLang="ko-KR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fontAlgn="base"/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(7) check sum ( 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상기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data 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기준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) : 14 + 0 + 27 + 7 = 48 (00110000)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[ </a:t>
            </a:r>
            <a:endParaRPr lang="en-US" altLang="ko-KR" b="0" i="0" dirty="0">
              <a:solidFill>
                <a:srgbClr val="000000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2309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cafeptthumb-phinf.pstatic.net/MjAyMzEwMTFfOTMg/MDAxNjk3MDE0NjczMTIy.iW5y9oG3YuNEYgpcFaASBHVgzIvCI0ms0XOQ39AcxpYg.i7VBOXmSBJimFH5tp0sPd0r1fiew0TVYzBbU5c_Q5OMg.JPEG/%E3%85%82%E3%85%88%E3%84%B7%E3%84%B1.jpg?type=w16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65" y="-2152829"/>
            <a:ext cx="12296373" cy="969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621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postfiles.pstatic.net/MjAyMzEwMTFfOTkg/MDAxNjk3MDE5NzkwMTc4.jOZGeM740amzV9d6X2y0hPr3VXKdCxkHLZ_3WVvST58g.6mNQD-H26SGnkl4j2pvb_n4eHecY3ISPG1IJ029sLEYg.PNG.sikwon1/image.png?type=w7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68" y="858123"/>
            <a:ext cx="3324225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postfiles.pstatic.net/MjAyMzEwMTFfMTU0/MDAxNjk3MDE5Njk4Nzg2._AXg-7DMZkGiMKb-CAjWLx-sEqx_hr8cVMaA5snwnpcg.8YrDVpXBtZSx6F-KUOTQxpHTC4idiIH5XGYOyZX8cwAg.PNG.sikwon1/image.png?type=w77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735" y="858123"/>
            <a:ext cx="7362825" cy="456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45284" y="176169"/>
            <a:ext cx="4806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오실로스코프</a:t>
            </a:r>
            <a:r>
              <a:rPr lang="ko-KR" altLang="en-US" dirty="0" smtClean="0"/>
              <a:t> </a:t>
            </a:r>
            <a:r>
              <a:rPr lang="en-US" altLang="ko-KR" dirty="0" smtClean="0"/>
              <a:t>Trigger</a:t>
            </a:r>
            <a:r>
              <a:rPr lang="ko-KR" altLang="en-US" dirty="0"/>
              <a:t> </a:t>
            </a:r>
            <a:r>
              <a:rPr lang="en-US" altLang="ko-KR" dirty="0" smtClean="0"/>
              <a:t>Menu</a:t>
            </a:r>
            <a:r>
              <a:rPr lang="ko-KR" altLang="en-US" dirty="0"/>
              <a:t> </a:t>
            </a:r>
            <a:r>
              <a:rPr lang="ko-KR" altLang="en-US" dirty="0" smtClean="0"/>
              <a:t>설정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7920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337</Words>
  <Application>Microsoft Office PowerPoint</Application>
  <PresentationFormat>와이드스크린</PresentationFormat>
  <Paragraphs>46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inherit</vt:lpstr>
      <vt:lpstr>se-nanumgothic</vt:lpstr>
      <vt:lpstr>Dotum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23</cp:revision>
  <dcterms:created xsi:type="dcterms:W3CDTF">2024-05-16T10:12:30Z</dcterms:created>
  <dcterms:modified xsi:type="dcterms:W3CDTF">2024-05-16T23:52:43Z</dcterms:modified>
</cp:coreProperties>
</file>