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7" r:id="rId2"/>
    <p:sldId id="257" r:id="rId3"/>
    <p:sldId id="264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2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744310-E966-41A8-A96F-FC27C5536A94}" type="datetimeFigureOut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A033F-297B-4CE0-8A49-8A271D9040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5254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76C5A-E982-4164-9247-89933572B2A5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474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EDB12-87CA-4E2E-93A7-A53D4B40CC25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3178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13E30-A62D-477B-B6AB-845385A9F575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9624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DB772-7B42-460F-A59E-AA2E21B9DD4B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1304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6EA04-A9E3-4722-B22E-1283D4812994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9903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669E6-F6B5-4F09-B4B3-4C9AF1C131A0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56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2B657-530A-4F35-93BE-3E3C1412D8EF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4678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B2F67-05D7-402A-99AC-475F8F263734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4693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AE5A4-EBA8-42E7-B72A-3D8B2AC9BD2D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0106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BFEFA-29E9-436B-AE58-4C20D08A1384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3542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FFC7C-0F29-4490-8339-DCD8C12AC3DB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9625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83D5ED-A34D-4681-917F-0578C1C3A355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93D03-106B-4198-8D85-F2B80FFEF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850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1984" y="2187956"/>
            <a:ext cx="9558095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 smtClean="0"/>
              <a:t>Latch </a:t>
            </a:r>
            <a:r>
              <a:rPr lang="ko-KR" altLang="en-US" sz="4000" dirty="0" smtClean="0"/>
              <a:t>와 </a:t>
            </a:r>
            <a:r>
              <a:rPr lang="en-US" altLang="ko-KR" sz="4000" dirty="0" smtClean="0"/>
              <a:t>flip / flop</a:t>
            </a:r>
            <a:r>
              <a:rPr lang="ko-KR" altLang="en-US" sz="4000" dirty="0" smtClean="0"/>
              <a:t>의 차이점 </a:t>
            </a:r>
            <a:endParaRPr lang="en-US" altLang="ko-KR" sz="4000" dirty="0"/>
          </a:p>
          <a:p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8154634" y="4680946"/>
            <a:ext cx="35801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smtClean="0"/>
              <a:t>June 24, 2025</a:t>
            </a:r>
          </a:p>
          <a:p>
            <a:r>
              <a:rPr lang="en-US" altLang="ko-KR" dirty="0"/>
              <a:t>b</a:t>
            </a:r>
            <a:r>
              <a:rPr lang="en-US" altLang="ko-KR" dirty="0" smtClean="0"/>
              <a:t>y S.I.KWON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356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556" y="240009"/>
            <a:ext cx="6200883" cy="648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794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1046" y="530679"/>
            <a:ext cx="8414118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330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2322</TotalTime>
  <Words>16</Words>
  <Application>Microsoft Office PowerPoint</Application>
  <PresentationFormat>와이드스크린</PresentationFormat>
  <Paragraphs>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kccistc</dc:creator>
  <cp:lastModifiedBy>user</cp:lastModifiedBy>
  <cp:revision>60</cp:revision>
  <dcterms:created xsi:type="dcterms:W3CDTF">2025-05-06T08:17:22Z</dcterms:created>
  <dcterms:modified xsi:type="dcterms:W3CDTF">2025-06-29T11:31:11Z</dcterms:modified>
</cp:coreProperties>
</file>